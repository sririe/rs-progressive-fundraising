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1274552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Digital Vendor and Workflow Prework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Importable prework deck for the Progressive discovery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Purpose</a:t>
            </a:r>
          </a:p>
          <a:p>
            <a:pPr algn="l">
              <a:spcBef>
                <a:spcPts val="600"/>
              </a:spcBef>
              <a:spcAft>
                <a:spcPts val="1400"/>
              </a:spcAft>
              <a:defRPr sz="2400">
                <a:solidFill>
                  <a:srgbClr val="222222"/>
                </a:solidFill>
              </a:defRPr>
            </a:pPr>
            <a:r>
              <a:t>Use this deck to align on what we need to understand before and during the on-site session. The focus is digital fulfillment first, with stickering and invoicing captured as secondary inputs.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What The Session Must Uncover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9326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How digital card data is acquired for each vendor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What happens when inventory is received, stored, and prepared for fulfillment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What Lloyd and Mario do step by step for each major vendor flow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Which tools, scripts, spreadsheets, portals, or manual workarounds are involved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Where the workflow is slow, brittle, error-prone, or dependent on operator judgment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Sensitive Data And Security / Transferability And Handoffs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98348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1463040"/>
            <a:ext cx="498348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Sensitive Data And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Transferability And Handoffs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Where card data exists at each stage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Who can access it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How it is transferred or stored today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Whether activation belongs to the digital workflow, the physical workflow, or both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What protections exist today around files, URLs, and customer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574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What Mario can do independently today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What still lives mostly in Lloyd's head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What a non-technical operator would still struggle to take over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Which parts could be documented immediately in a runbook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Delivery Expectations / Adjacent Operational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98348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1463040"/>
            <a:ext cx="498348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Delivery 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Adjacent Operational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Whether end-recipient distribution is a near-term need or still more of an attractive idea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Which delivery expectations are real versus sales-claim assumptions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Whether certain customers or vendors are handled differently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574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High-level understanding of physical-card stickering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High-level understanding of invoicing and QuickBooks friction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Enough context to prioritize whether either one should come after digital fulfillment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Prework To Have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9326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List of active digital vendors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One or two representative workflows ready to walk through live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Sample inputs and outputs where possible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Any current spreadsheets, checklists, scripts, portals, or templates involved in fulfillment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Quick explanation of where digital inventory comes from today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Any constraints around screenshots, recording, or file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Framing And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9326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Do not over-architect before seeing the workflow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Treat the session like a walkthrough, not a rigid workshop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Separate customer-facing digital card types from upstream sourcing workflows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Assume PDF/card-generation scripts may be brittle and may not be worth preserving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Record the session if Progressive is comfortable so details can be revisited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217920"/>
            <a:ext cx="1014984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81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Progressive Fundraising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Working Questions To Capture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9326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Which digital vendors should be used as representative walkthroughs?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Can Progressive share copies or screenshots of scripts, spreadsheets, sample files, and outputs?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Is recording the full walkthrough allowed?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Does activation belong inside the digital workflow being scoped or mostly inside physical-card operations?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How much of the larger digital roadmap is already being shaped by Lloyd's vendor integration conversations?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